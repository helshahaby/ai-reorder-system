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Supply Chain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Reorder System Using Snowflake Cortex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Elshahaby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Bullwhip Effect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changes in consumer demand cause massive fluctuations in inventory — leading to costly stockouts or expensive overstock situations.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$2M+/year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waste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74320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880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process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Reorder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demand forecasting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text analysis on supply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notes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63040"/>
            <a:ext cx="2468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Horizon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governance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RBAC &amp; column-level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2926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 insights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 minute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Generating Synthetic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Snowflake Cortex AI (LLaMA 3-70B) to generate realistic retail datasets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7132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Snowflake Cortex: Generate Synthetic Inventory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TABLE RAW_INVENTORY_DATA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SEQ4() as PRODUCT_ID,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SNOWFLAKE.CORTEX.COMPLETE('llama3-70b',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'Generate a realistic retail product name'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PRODUCT_NAME,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UNIFORM(10, 500, RANDOM()) as CURRENT_STOCK,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UNIFORM(1, 100, RANDOM()) as DAILY_SALES_AVG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TABLE(GENERATOR(ROWCOUNT =&gt; 100));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Build — AI Orchestration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CORTEX.SENTIMENT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supply chain risk levels from unstructured status notes automatically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8600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77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EXTRACT_ANSWER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delay dates and delivery ETAs from messy supplier communications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47472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replaces manual review — categorizing shipments as Low / Medium / High risk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Secure — Snowflake Horizon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Access Policies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managers only see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warehouse data.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by default.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PII (email, phone)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from analysts.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only for Procurement.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383280"/>
            <a:ext cx="73152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474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privacy-preserving features for safe data sharing with 3rd party logistics partners.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Scale — Dynamic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interval for Ready-to-Ship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26080" y="24688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Warehouse scales compute on demand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26080" y="35661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refreshes needed — fully automated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3474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inventory &amp; sales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Cortex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forecasting &amp; text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Horizon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&amp; column-level masking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in Snowflake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Mobile-friendly manager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47472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5661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exported via Snowsight Git Repository feature. SQL scripts + Streamlit Python pushed to hossam.elshahby@gmail.com GitHub account.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2377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stockouts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2377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 on inventory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468880" cy="23774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reordering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Snowflake Cortex  •  Horizon  •  Dynamic Tables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256032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Elshahaby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hossam.elshahby@gmail.com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HELSHAHABY @ Snowflake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Intelligent Supply Chain</dc:title>
  <dc:subject>PptxGenJS Presentation</dc:subject>
  <dc:creator>Hossam Elshahaby</dc:creator>
  <cp:lastModifiedBy>Hossam Elshahaby</cp:lastModifiedBy>
  <cp:revision>1</cp:revision>
  <dcterms:created xsi:type="dcterms:W3CDTF">2026-04-16T13:19:38Z</dcterms:created>
  <dcterms:modified xsi:type="dcterms:W3CDTF">2026-04-16T13:19:38Z</dcterms:modified>
</cp:coreProperties>
</file>